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9F3"/>
    <a:srgbClr val="1F4D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1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6D57BD-5F60-4731-A956-76C93049282A}" type="datetimeFigureOut">
              <a:rPr lang="fr-FR" smtClean="0"/>
              <a:t>17/10/2026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563F5F-72C9-47F4-97A0-CCE42040C9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3586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vert">
            <a:extLst>
              <a:ext uri="{FF2B5EF4-FFF2-40B4-BE49-F238E27FC236}">
                <a16:creationId xmlns:a16="http://schemas.microsoft.com/office/drawing/2014/main" id="{CE0DF5C1-3039-8887-738B-E66E8C4D4CA0}"/>
              </a:ext>
            </a:extLst>
          </p:cNvPr>
          <p:cNvSpPr/>
          <p:nvPr userDrawn="1"/>
        </p:nvSpPr>
        <p:spPr>
          <a:xfrm>
            <a:off x="263236" y="232294"/>
            <a:ext cx="5832764" cy="6393411"/>
          </a:xfrm>
          <a:prstGeom prst="rect">
            <a:avLst/>
          </a:prstGeom>
          <a:solidFill>
            <a:srgbClr val="1F4D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5" name="Rectangle arrondi">
            <a:extLst>
              <a:ext uri="{FF2B5EF4-FFF2-40B4-BE49-F238E27FC236}">
                <a16:creationId xmlns:a16="http://schemas.microsoft.com/office/drawing/2014/main" id="{21C09407-42A1-1581-A878-B0552D4AAFBC}"/>
              </a:ext>
            </a:extLst>
          </p:cNvPr>
          <p:cNvSpPr/>
          <p:nvPr userDrawn="1"/>
        </p:nvSpPr>
        <p:spPr>
          <a:xfrm>
            <a:off x="6096000" y="232295"/>
            <a:ext cx="5744901" cy="6393410"/>
          </a:xfrm>
          <a:prstGeom prst="round2DiagRect">
            <a:avLst>
              <a:gd name="adj1" fmla="val 0"/>
              <a:gd name="adj2" fmla="val 12089"/>
            </a:avLst>
          </a:prstGeom>
          <a:solidFill>
            <a:srgbClr val="FDF9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logo">
            <a:extLst>
              <a:ext uri="{FF2B5EF4-FFF2-40B4-BE49-F238E27FC236}">
                <a16:creationId xmlns:a16="http://schemas.microsoft.com/office/drawing/2014/main" id="{B237565E-4B7F-3CD5-C8D2-6F53B03F37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167" t="34921" r="6875" b="35184"/>
          <a:stretch>
            <a:fillRect/>
          </a:stretch>
        </p:blipFill>
        <p:spPr>
          <a:xfrm>
            <a:off x="1235363" y="4638837"/>
            <a:ext cx="3888509" cy="1483402"/>
          </a:xfrm>
          <a:prstGeom prst="rect">
            <a:avLst/>
          </a:prstGeom>
        </p:spPr>
      </p:pic>
      <p:sp>
        <p:nvSpPr>
          <p:cNvPr id="16" name="Titre">
            <a:extLst>
              <a:ext uri="{FF2B5EF4-FFF2-40B4-BE49-F238E27FC236}">
                <a16:creationId xmlns:a16="http://schemas.microsoft.com/office/drawing/2014/main" id="{32374474-7B41-2196-6CFF-A309E0D6A55E}"/>
              </a:ext>
            </a:extLst>
          </p:cNvPr>
          <p:cNvSpPr txBox="1"/>
          <p:nvPr userDrawn="1"/>
        </p:nvSpPr>
        <p:spPr>
          <a:xfrm>
            <a:off x="559882" y="1030146"/>
            <a:ext cx="52394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rgbClr val="FDF9F3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Reporting Ruminant </a:t>
            </a:r>
            <a:endParaRPr lang="fr-FR" sz="3600" b="1" dirty="0">
              <a:solidFill>
                <a:srgbClr val="FDF9F3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" name="titre_mois">
            <a:extLst>
              <a:ext uri="{FF2B5EF4-FFF2-40B4-BE49-F238E27FC236}">
                <a16:creationId xmlns:a16="http://schemas.microsoft.com/office/drawing/2014/main" id="{9525C099-1A50-5996-96FA-206E79BD8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99" y="2584087"/>
            <a:ext cx="5647580" cy="1325563"/>
          </a:xfrm>
          <a:prstGeom prst="rect">
            <a:avLst/>
          </a:prstGeom>
        </p:spPr>
        <p:txBody>
          <a:bodyPr/>
          <a:lstStyle>
            <a:lvl1pPr algn="ctr">
              <a:defRPr sz="4000" b="1">
                <a:solidFill>
                  <a:srgbClr val="FDF9F3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defRPr>
            </a:lvl1pPr>
          </a:lstStyle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45093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nd">
            <a:extLst>
              <a:ext uri="{FF2B5EF4-FFF2-40B4-BE49-F238E27FC236}">
                <a16:creationId xmlns:a16="http://schemas.microsoft.com/office/drawing/2014/main" id="{64FECA92-ED40-44D5-7F9F-6DAC18A631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ound2DiagRect">
            <a:avLst>
              <a:gd name="adj1" fmla="val 0"/>
              <a:gd name="adj2" fmla="val 0"/>
            </a:avLst>
          </a:prstGeom>
          <a:solidFill>
            <a:srgbClr val="FDF9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88736D9E-2B5F-093D-FE7B-C20917905366}"/>
              </a:ext>
            </a:extLst>
          </p:cNvPr>
          <p:cNvSpPr/>
          <p:nvPr userDrawn="1"/>
        </p:nvSpPr>
        <p:spPr>
          <a:xfrm>
            <a:off x="264160" y="362574"/>
            <a:ext cx="11694160" cy="6314040"/>
          </a:xfrm>
          <a:prstGeom prst="roundRect">
            <a:avLst>
              <a:gd name="adj" fmla="val 3689"/>
            </a:avLst>
          </a:prstGeom>
          <a:noFill/>
          <a:ln>
            <a:solidFill>
              <a:srgbClr val="1F4D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Numero diapositive">
            <a:extLst>
              <a:ext uri="{FF2B5EF4-FFF2-40B4-BE49-F238E27FC236}">
                <a16:creationId xmlns:a16="http://schemas.microsoft.com/office/drawing/2014/main" id="{54FAD5BE-1F52-809C-72D9-8428F2203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7685" y="6219620"/>
            <a:ext cx="1238073" cy="456994"/>
          </a:xfrm>
          <a:solidFill>
            <a:srgbClr val="1F4D3A"/>
          </a:solidFill>
        </p:spPr>
        <p:txBody>
          <a:bodyPr/>
          <a:lstStyle>
            <a:lvl1pPr>
              <a:defRPr>
                <a:solidFill>
                  <a:srgbClr val="FDF9F3"/>
                </a:solidFill>
              </a:defRPr>
            </a:lvl1pPr>
          </a:lstStyle>
          <a:p>
            <a:fld id="{353CA978-8802-406E-B55F-A5F5B985B340}" type="slidenum">
              <a:rPr lang="fr-FR" smtClean="0"/>
              <a:pPr/>
              <a:t>‹N°›</a:t>
            </a:fld>
            <a:endParaRPr lang="fr-FR" dirty="0"/>
          </a:p>
        </p:txBody>
      </p:sp>
      <p:pic>
        <p:nvPicPr>
          <p:cNvPr id="15" name="logo">
            <a:extLst>
              <a:ext uri="{FF2B5EF4-FFF2-40B4-BE49-F238E27FC236}">
                <a16:creationId xmlns:a16="http://schemas.microsoft.com/office/drawing/2014/main" id="{9F625296-498E-4ED3-B439-41621E7530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167" t="34921" r="29884" b="35184"/>
          <a:stretch>
            <a:fillRect/>
          </a:stretch>
        </p:blipFill>
        <p:spPr>
          <a:xfrm>
            <a:off x="10567685" y="6219620"/>
            <a:ext cx="386241" cy="456994"/>
          </a:xfrm>
          <a:prstGeom prst="rect">
            <a:avLst/>
          </a:prstGeom>
        </p:spPr>
      </p:pic>
      <p:sp>
        <p:nvSpPr>
          <p:cNvPr id="3" name="IMG_CHART">
            <a:extLst>
              <a:ext uri="{FF2B5EF4-FFF2-40B4-BE49-F238E27FC236}">
                <a16:creationId xmlns:a16="http://schemas.microsoft.com/office/drawing/2014/main" id="{2C8C9274-C5EB-B25A-E59B-FF53B081005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6138" y="681038"/>
            <a:ext cx="10790237" cy="5357812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448806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086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Août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r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138" y="681038"/>
            <a:ext cx="10790237" cy="583511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terfall_chart_MT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138" y="681038"/>
            <a:ext cx="10790237" cy="55673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abar_chart_MT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138" y="681038"/>
            <a:ext cx="10790237" cy="540869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terfall_chart_YT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138" y="681038"/>
            <a:ext cx="10790237" cy="55096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abar_chart_YT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138" y="681038"/>
            <a:ext cx="10790237" cy="54086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0</Words>
  <Application>Microsoft Office PowerPoint</Application>
  <PresentationFormat>Grand écran</PresentationFormat>
  <Paragraphs>0</Paragraphs>
  <Slides>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4" baseType="lpstr">
      <vt:lpstr>Arial</vt:lpstr>
      <vt:lpstr>Calibri</vt:lpstr>
      <vt:lpstr>Sans Serif Collection</vt:lpstr>
      <vt:lpstr>Thème Office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Jules Bernard</dc:creator>
  <cp:lastModifiedBy>Jules Bernard</cp:lastModifiedBy>
  <cp:revision>15</cp:revision>
  <dcterms:created xsi:type="dcterms:W3CDTF">2026-10-08T16:22:30Z</dcterms:created>
  <dcterms:modified xsi:type="dcterms:W3CDTF">2026-10-17T10:22:47Z</dcterms:modified>
</cp:coreProperties>
</file>